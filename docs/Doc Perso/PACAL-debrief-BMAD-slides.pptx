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BMAD-METHOD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À L'ÉPREUVE D'UN CAS RÉEL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Retour d'expérience et recommandations — étude de cas PACAL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</a:rPr>
              <a:t>18–19 juin 2026   •   Préparé avec Claude (Anthropic)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3A"/>
                </a:solidFill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Un projet, deux objectifs assumés dès le départ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0" y="22402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2072" y="235915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Construire PACAL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393192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Une application personnelle de suivi alimentaire, avec horodatage, photo et conditions de prise — pour un usage solo.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0" y="22402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235915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</a:rPr>
              <a:t>Documenter BMAD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858000" y="393192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</a:rPr>
              <a:t>Faire de ce projet la matière d'un exemple professionnel reproductible, présentable à un client.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5204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</a:rPr>
              <a:t>Choisi explicitement : la Full Method, plus exigeante qu'un parcours rapide — parce que la valeur de démonstration comptait autant que la rapidité.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3A"/>
                </a:solidFill>
              </a:rPr>
              <a:t>LA MÉTHODE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BMAD : des agents spécialisés, pas une conversation unique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423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025" y="253014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Analyste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Brief produit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31089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9000" y="210312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51960" y="2423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945" y="2530145"/>
            <a:ext cx="608990" cy="6089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Product Manager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2044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PRD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10896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210312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40880" y="2423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865" y="2530145"/>
            <a:ext cx="608990" cy="60899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093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Architecte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30936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Architecture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310896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06840" y="210312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829800" y="2423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6785" y="2530145"/>
            <a:ext cx="608990" cy="60899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982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Développeur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0982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Epics &amp; stories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</a:rPr>
              <a:t>Chaque agent produit un artefact écrit avant que le suivant ne commence. </a:t>
            </a:r>
            <a:pPr indent="0" marL="0">
              <a:buNone/>
            </a:pPr>
            <a:r>
              <a:rPr lang="en-US" sz="1500" dirty="0">
                <a:solidFill>
                  <a:srgbClr val="44546A"/>
                </a:solidFill>
              </a:rPr>
              <a:t>La méthode propose aussi deux profondeurs — Quick Flow ou Full Method — calibrées sur l'enjeu réel du projet.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3A"/>
                </a:solidFill>
              </a:rPr>
              <a:t>QUATRE DÉCOUVERTES, QUATRE GARDE-FOUS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Chaque étape de la méthode a trouvé ce que les précédentes ne pouvaient pas voir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06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C97A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04917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Brief — risque technique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33172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Yuka n'a pas d'API publique : nommé comme risque avant tout développement.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06B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C97A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0" y="204917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PRD — contrainte cachée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69480" y="233172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Un parcours utilisateur précis révèle un besoin d'accès distant jamais écrit ailleurs.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06B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206240"/>
            <a:ext cx="640080" cy="640080"/>
          </a:xfrm>
          <a:prstGeom prst="ellipse">
            <a:avLst/>
          </a:prstGeom>
          <a:solidFill>
            <a:srgbClr val="C97A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" y="42894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60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 — panne silencieuse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457200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Le scan caméra exige du HTTPS, même sur le réseau privé prévu pour l'accès distant.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06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06240"/>
            <a:ext cx="640080" cy="640080"/>
          </a:xfrm>
          <a:prstGeom prst="ellipse">
            <a:avLst/>
          </a:prstGeom>
          <a:solidFill>
            <a:srgbClr val="C97A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28945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60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Epics — séquencement oublié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69480" y="4572000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Aucune story ne précisait quand créer les tables de données nécessaires.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3A"/>
                </a:solidFill>
              </a:rPr>
              <a:t>ZOOM SUR UNE DÉCOUVERTE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Une panne qui se serait découverte au pire moment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0" cy="4023360"/>
          </a:xfrm>
          <a:prstGeom prst="roundRect">
            <a:avLst>
              <a:gd name="adj" fmla="val 2727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105" y="225582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031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Le scan de code-barres exige une caméra. La caméra exige du HTTPS — même sur un réseau privé.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</a:rPr>
              <a:t>Tailscale sécurise l'accès distant à l'application. Mais une adresse Tailscale en simple HTTP ne suffit pas pour activer la caméra du navigateur : l'accès est refusé sans message d'erreur explicite.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8463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97A3A"/>
                </a:solidFill>
              </a:rPr>
              <a:t>Trouvé par la validation formelle de l'architecture — avant la moindre ligne de code.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18288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BEFE6"/>
          </a:solidFill>
          <a:ln/>
        </p:spPr>
      </p:sp>
      <p:sp>
        <p:nvSpPr>
          <p:cNvPr id="11" name="Shape 8"/>
          <p:cNvSpPr/>
          <p:nvPr/>
        </p:nvSpPr>
        <p:spPr>
          <a:xfrm>
            <a:off x="763524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563" y="212872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2104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A3A"/>
                </a:solidFill>
              </a:rPr>
              <a:t>Sans validation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21040" y="2377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La panne se découvre en plein restaurant, en testant pour de vrai.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406640" y="40233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635240" y="4251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563" y="4323283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Avec validation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21040" y="4572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</a:rPr>
              <a:t>Le correctif (HTTPS Tailscale) est écrit dans l'architecture avant le premier code.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3A"/>
                </a:solidFill>
              </a:rPr>
              <a:t>BILAN TRANSVERSAL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Ce qui a tenu, ce qui a coûté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1744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21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Forces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Persistance entre étapes, sans redite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Garde-fous propres à chaque type de décision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Hypothèses explicites, corrigibles en une phrase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Rigueur calibrée à l'enjeu, pas uniforme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BEFE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83" y="217444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21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7A3A"/>
                </a:solidFill>
              </a:rPr>
              <a:t>Limites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Outillage pensé pour un usage interactif humain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Un défaut de config manquant dans l'installateur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Le grain d'interaction suppose du temps disponible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</a:rPr>
              <a:t>Sauter une porte de relecture reste un choix humain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3A"/>
                </a:solidFill>
              </a:rPr>
              <a:t>LA THÈSE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Trois messages, du plus concret au plus général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794760" y="19202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27306B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240280"/>
            <a:ext cx="594360" cy="594360"/>
          </a:xfrm>
          <a:prstGeom prst="ellipse">
            <a:avLst/>
          </a:prstGeom>
          <a:solidFill>
            <a:srgbClr val="C97A3A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00600" y="202996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BMAD produit des applications rapidement documentées et maintenables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Preuve par l'exemple : PACAL et ses 4 artefacts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3337560"/>
            <a:ext cx="7315200" cy="1234440"/>
          </a:xfrm>
          <a:prstGeom prst="roundRect">
            <a:avLst>
              <a:gd name="adj" fmla="val 5926"/>
            </a:avLst>
          </a:prstGeom>
          <a:solidFill>
            <a:srgbClr val="27306B"/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3657600"/>
            <a:ext cx="594360" cy="594360"/>
          </a:xfrm>
          <a:prstGeom prst="ellipse">
            <a:avLst/>
          </a:prstGeom>
          <a:solidFill>
            <a:srgbClr val="C97A3A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344728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Tout travail de conception gagne aujourd'hui à s'appuyer sur l'IA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40233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 découvertes qu'une conception non structurée aurait manquées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4754880"/>
            <a:ext cx="10058400" cy="1234440"/>
          </a:xfrm>
          <a:prstGeom prst="roundRect">
            <a:avLst>
              <a:gd name="adj" fmla="val 5926"/>
            </a:avLst>
          </a:prstGeom>
          <a:solidFill>
            <a:srgbClr val="27306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0160" y="5074920"/>
            <a:ext cx="594360" cy="594360"/>
          </a:xfrm>
          <a:prstGeom prst="ellipse">
            <a:avLst/>
          </a:prstGeom>
          <a:solidFill>
            <a:srgbClr val="C9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5074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57400" y="4864608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Cet appui doit se faire avec profondeur et méthode, pas des prompts isolés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54406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Le point le plus différenciant pour un usage professionnel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A3A"/>
                </a:solidFill>
              </a:rPr>
              <a:t>POUR UNE ADOPTION PROFESSIONNELLE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</a:rPr>
              <a:t>Cinq recommandations pratiques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</a:rPr>
              <a:t>Calibrer la profondeur (Quick Flow / Full Method) à l'enjeu réel, pas au prestige de la démo.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243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</a:rPr>
              <a:t>Budgéter le grain d'interaction de la méthode, ou être explicite quand on l'adapte.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465576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</a:rPr>
              <a:t>Ne pas sauter les portes de relecture sur les projets à enjeu réel.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30682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</a:rPr>
              <a:t>Traiter le journal de décisions comme un artefact à part entière.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14807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95C"/>
                </a:solidFill>
              </a:rPr>
              <a:t>Anticiper la friction d'outillage hors d'un usage interactif standard.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2730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257654"/>
            <a:ext cx="879653" cy="8796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2103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Et maintenant 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377440" y="283464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PACAL continue son développement sur la base de cette planification. Le sujet pour vos équipes : où la même discipline — agents spécialisés, artefacts écrits, validation croisée — changerait le sort d'un de vos projets en cours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77440" y="49377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D6"/>
                </a:solidFill>
              </a:rPr>
              <a:t>Brief  •  PRD  •  Architecture  •  Epics &amp; Stories — tous disponibles en annexe du rapport détaillé.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BMAD-METHOD à l'épreuve d'un cas réel</dc:title>
  <dc:subject>PptxGenJS Presentation</dc:subject>
  <dc:creator>Utilisateur</dc:creator>
  <cp:lastModifiedBy>Utilisateur</cp:lastModifiedBy>
  <cp:revision>1</cp:revision>
  <dcterms:created xsi:type="dcterms:W3CDTF">2026-06-19T05:44:16Z</dcterms:created>
  <dcterms:modified xsi:type="dcterms:W3CDTF">2026-06-19T05:44:16Z</dcterms:modified>
</cp:coreProperties>
</file>